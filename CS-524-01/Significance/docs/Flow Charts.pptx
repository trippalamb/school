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-90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6826-72C2-B5DC-3621-2C6B6ECD2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A6B90-F3C5-34E0-0F97-D8A6CA017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B49F-A288-00D7-A9B9-60E473B5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4C407-EE01-E83D-7D4C-8521F2DF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75625-678D-2326-B8B3-9B216885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5AA3-A5A2-F97A-2756-76E60B85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D56EE-BA34-4125-47F4-EF10976AE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BB676-9EC7-9FA1-C1E7-051BEBFF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178E1-EB1B-49A6-A54F-B40AD84E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9C01A-428E-6550-C726-2EF6D2FF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3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0AA3-3EDC-72D9-BB49-56A7B986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0BDA0-5F6C-AF7B-12DB-4D26D0663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ACCBD-A566-71DA-C121-E789A022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9342-3A8F-15CD-C601-6B1CD5FA4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DD2E4-045C-52C0-0714-985AF650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0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294A-5417-C79A-C8D4-0DF5F7EF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1B87F-6F68-570B-2E4B-5A7C43C2A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BEA9E-D06E-939C-4AD3-ECDB4214A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473D7-B57A-EC4B-4D39-36DAEE843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7DAC0-B88A-67FC-752B-5281EFE9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1FAB2-08A0-8371-2922-15D03A55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06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3F45-05C3-6B82-8697-02126407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A1C54-1788-DF67-F82D-CC0D41F5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0CCDE-41D8-7E40-0436-54957BCC8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7AD60-E0FA-AFC9-13CB-9CECEC064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9A4FB-FDEF-0817-21F0-88E27DE46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37313-5580-C29F-4324-CAD6C572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F99BB-92A6-0FFE-1EF5-DAD70480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FAC58-DCF5-7586-7DF1-941B2EB6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8867-71AB-F8AC-C055-34B30B84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18E92-EC8E-F819-E027-1E1EF271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C8353-B6A6-BCFE-0A50-C4C8A132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92C89-CDCF-8483-4F9D-B25276EA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7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34D91-937A-5D2C-1B21-8C15B323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AF8A4-8C0E-BDF5-A8D4-68A0A6D0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11751-9B67-F9B1-EF13-AACC0A0A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3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66DA1-DF52-94C5-64CD-C23D2A13E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D01CA-6498-B4B7-3115-C9D205735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13795-7736-7959-7974-7ADF16B19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A210-1915-F226-2300-10C207B6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EBD22-F2FD-8AC4-DB1E-BE2B1539D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8A644-BF11-5B47-7B11-440BAF1F4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14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6D65-578E-3043-F4F4-0D6F90D5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FD8FC-0A22-4919-E24E-3F36F6D4A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C60F4-0021-0712-DFAF-1802889E3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F0371-E293-F1C2-4B82-94163C72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79A45-317B-8719-4246-D21B3B0E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9688D-5BA1-5B7A-2222-5F4E42E6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6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D35D-E7C1-7FA9-D783-0AC2888C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41B27-25EE-93BF-13BF-AB9D0BA20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145BA-1626-6E76-5F84-4B7D293C7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67B8-4622-973A-6564-42915AD3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E8085-FC0D-264D-DB11-60E5E13E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9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FA098-C9C7-46CB-31E1-DEA22E1B3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98AAC-5059-BDF1-3C8C-1BDDB2D6A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990AC-CDD5-1BEB-3E39-DF199A02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789F0-9935-75A8-7629-79BCBE26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304E8-26FA-1924-10C4-FFC8A624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8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B89FEC-4B0B-5C7D-9471-7944809D5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A2943-B136-F1DF-0967-A9C115E6E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0FDD9-B8D3-EB76-3A66-0F8981E5B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87D0D-19CB-42A7-AE6E-7299F598C47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77A4B-D73A-2F16-F443-813DC6099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FCD54-2433-FD61-92B8-78034CC12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0ED4D-03B9-4D72-BCC1-A77E816207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1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5A3709-9421-F5EB-4469-4AA541EA0CA2}"/>
              </a:ext>
            </a:extLst>
          </p:cNvPr>
          <p:cNvSpPr/>
          <p:nvPr/>
        </p:nvSpPr>
        <p:spPr>
          <a:xfrm>
            <a:off x="2674189" y="1005840"/>
            <a:ext cx="6003986" cy="3886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REPL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5975FD-BE36-4C11-363D-0222571D3481}"/>
              </a:ext>
            </a:extLst>
          </p:cNvPr>
          <p:cNvSpPr/>
          <p:nvPr/>
        </p:nvSpPr>
        <p:spPr>
          <a:xfrm>
            <a:off x="954653" y="2656938"/>
            <a:ext cx="1288212" cy="7850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Program 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410FDD-D634-439C-332B-B343AE1FBEA8}"/>
              </a:ext>
            </a:extLst>
          </p:cNvPr>
          <p:cNvSpPr/>
          <p:nvPr/>
        </p:nvSpPr>
        <p:spPr>
          <a:xfrm>
            <a:off x="3102628" y="2656937"/>
            <a:ext cx="1288212" cy="7850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Interaction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7AB1E-7BEF-D50A-A91A-B2F1240B9E76}"/>
              </a:ext>
            </a:extLst>
          </p:cNvPr>
          <p:cNvSpPr/>
          <p:nvPr/>
        </p:nvSpPr>
        <p:spPr>
          <a:xfrm>
            <a:off x="5201731" y="1515373"/>
            <a:ext cx="2915727" cy="316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Significance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7C3AE0-E3C2-8E93-C5F3-E82893971076}"/>
              </a:ext>
            </a:extLst>
          </p:cNvPr>
          <p:cNvSpPr/>
          <p:nvPr/>
        </p:nvSpPr>
        <p:spPr>
          <a:xfrm>
            <a:off x="5645985" y="1962510"/>
            <a:ext cx="2214113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Tokenizer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F77513-B97C-0674-5FBF-CC8195B28BDB}"/>
              </a:ext>
            </a:extLst>
          </p:cNvPr>
          <p:cNvSpPr/>
          <p:nvPr/>
        </p:nvSpPr>
        <p:spPr>
          <a:xfrm>
            <a:off x="5645984" y="2677065"/>
            <a:ext cx="2214114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AST Parser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631EEB-9213-E5C5-F5E2-5D5C70DB838F}"/>
              </a:ext>
            </a:extLst>
          </p:cNvPr>
          <p:cNvSpPr/>
          <p:nvPr/>
        </p:nvSpPr>
        <p:spPr>
          <a:xfrm>
            <a:off x="5645983" y="3391620"/>
            <a:ext cx="2214115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Semantic Analyzer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941045-901A-B9B8-C223-616C7158515A}"/>
              </a:ext>
            </a:extLst>
          </p:cNvPr>
          <p:cNvSpPr/>
          <p:nvPr/>
        </p:nvSpPr>
        <p:spPr>
          <a:xfrm>
            <a:off x="5637361" y="4106175"/>
            <a:ext cx="2214115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54FE3E-BFB7-364E-8024-B88D2529EA5D}"/>
              </a:ext>
            </a:extLst>
          </p:cNvPr>
          <p:cNvSpPr/>
          <p:nvPr/>
        </p:nvSpPr>
        <p:spPr>
          <a:xfrm>
            <a:off x="9320849" y="3895906"/>
            <a:ext cx="1288212" cy="7828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Std Out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DE7F07A-3017-4E77-0651-1ED608535DDA}"/>
              </a:ext>
            </a:extLst>
          </p:cNvPr>
          <p:cNvSpPr/>
          <p:nvPr/>
        </p:nvSpPr>
        <p:spPr>
          <a:xfrm>
            <a:off x="2336315" y="2911416"/>
            <a:ext cx="669977" cy="2760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84C1F35-2CEF-9A17-8001-2394A0CA177C}"/>
              </a:ext>
            </a:extLst>
          </p:cNvPr>
          <p:cNvSpPr/>
          <p:nvPr/>
        </p:nvSpPr>
        <p:spPr>
          <a:xfrm>
            <a:off x="4471359" y="2678504"/>
            <a:ext cx="669977" cy="2760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6023B58-20A8-4B01-61AC-677A9FA04AE3}"/>
              </a:ext>
            </a:extLst>
          </p:cNvPr>
          <p:cNvSpPr/>
          <p:nvPr/>
        </p:nvSpPr>
        <p:spPr>
          <a:xfrm rot="10800000">
            <a:off x="4457709" y="3079629"/>
            <a:ext cx="669977" cy="2760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5404A32-A019-CC8D-2FE0-64E00FB5502E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 flipV="1">
            <a:off x="5141336" y="2143665"/>
            <a:ext cx="504649" cy="672862"/>
          </a:xfrm>
          <a:prstGeom prst="bentConnector3">
            <a:avLst>
              <a:gd name="adj1" fmla="val 50000"/>
            </a:avLst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255A8FA-DAEE-E674-48A6-3000235EED28}"/>
              </a:ext>
            </a:extLst>
          </p:cNvPr>
          <p:cNvCxnSpPr>
            <a:stCxn id="11" idx="1"/>
            <a:endCxn id="18" idx="1"/>
          </p:cNvCxnSpPr>
          <p:nvPr/>
        </p:nvCxnSpPr>
        <p:spPr>
          <a:xfrm rot="10800000">
            <a:off x="5127687" y="3217652"/>
            <a:ext cx="509675" cy="1069678"/>
          </a:xfrm>
          <a:prstGeom prst="bentConnector3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54FFE4-AFFA-16FC-E677-178B5B810CC7}"/>
              </a:ext>
            </a:extLst>
          </p:cNvPr>
          <p:cNvCxnSpPr>
            <a:stCxn id="8" idx="2"/>
          </p:cNvCxnSpPr>
          <p:nvPr/>
        </p:nvCxnSpPr>
        <p:spPr>
          <a:xfrm flipH="1">
            <a:off x="6753040" y="2324820"/>
            <a:ext cx="2" cy="332117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4D50F8-EAF0-10B7-F4B7-60D097C7FE7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753041" y="3039375"/>
            <a:ext cx="0" cy="352245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2C3D4C-BD97-137C-0D91-E42B897BB62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6744419" y="3753930"/>
            <a:ext cx="8622" cy="352245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A4E978-6284-D778-9106-3F76AD3AFF8F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>
            <a:off x="7851476" y="4287330"/>
            <a:ext cx="1469373" cy="0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6184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EA3D9F-21DF-643F-B6E0-74DD5A56DBEF}"/>
              </a:ext>
            </a:extLst>
          </p:cNvPr>
          <p:cNvSpPr/>
          <p:nvPr/>
        </p:nvSpPr>
        <p:spPr>
          <a:xfrm>
            <a:off x="3429365" y="1751163"/>
            <a:ext cx="1288212" cy="7850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Program Start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0450D4-58F7-CF4D-FF99-926F8DD0E56F}"/>
              </a:ext>
            </a:extLst>
          </p:cNvPr>
          <p:cNvSpPr/>
          <p:nvPr/>
        </p:nvSpPr>
        <p:spPr>
          <a:xfrm>
            <a:off x="1133157" y="1751162"/>
            <a:ext cx="1288212" cy="7850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 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56A6A1-CA88-35D0-A485-7000BEFD5873}"/>
              </a:ext>
            </a:extLst>
          </p:cNvPr>
          <p:cNvSpPr/>
          <p:nvPr/>
        </p:nvSpPr>
        <p:spPr>
          <a:xfrm>
            <a:off x="5201731" y="1515373"/>
            <a:ext cx="2915727" cy="316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Significance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DC2D65-B61B-5B24-82DE-2C0943BB7EC7}"/>
              </a:ext>
            </a:extLst>
          </p:cNvPr>
          <p:cNvSpPr/>
          <p:nvPr/>
        </p:nvSpPr>
        <p:spPr>
          <a:xfrm>
            <a:off x="5645985" y="1962510"/>
            <a:ext cx="2214113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Tokenizer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C992-1D7F-4DF5-CE6F-89DD04278344}"/>
              </a:ext>
            </a:extLst>
          </p:cNvPr>
          <p:cNvSpPr/>
          <p:nvPr/>
        </p:nvSpPr>
        <p:spPr>
          <a:xfrm>
            <a:off x="5645984" y="2677065"/>
            <a:ext cx="2214114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AST Parser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C7414F-E7F9-0675-E47D-8671C19B2A2D}"/>
              </a:ext>
            </a:extLst>
          </p:cNvPr>
          <p:cNvSpPr/>
          <p:nvPr/>
        </p:nvSpPr>
        <p:spPr>
          <a:xfrm>
            <a:off x="5645983" y="3391620"/>
            <a:ext cx="2214115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Semantic Analyzer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028497-E5CE-3285-2597-34943F18ACB1}"/>
              </a:ext>
            </a:extLst>
          </p:cNvPr>
          <p:cNvSpPr/>
          <p:nvPr/>
        </p:nvSpPr>
        <p:spPr>
          <a:xfrm>
            <a:off x="5637361" y="4106175"/>
            <a:ext cx="2214115" cy="3623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76C2D6-9F64-DA36-19BF-22D398E45AC6}"/>
              </a:ext>
            </a:extLst>
          </p:cNvPr>
          <p:cNvSpPr/>
          <p:nvPr/>
        </p:nvSpPr>
        <p:spPr>
          <a:xfrm>
            <a:off x="9320849" y="3895906"/>
            <a:ext cx="1288212" cy="7828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Std Out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3A2558A-E27F-E2C1-2E44-35D4F58070D3}"/>
              </a:ext>
            </a:extLst>
          </p:cNvPr>
          <p:cNvSpPr/>
          <p:nvPr/>
        </p:nvSpPr>
        <p:spPr>
          <a:xfrm>
            <a:off x="2629542" y="2005641"/>
            <a:ext cx="669977" cy="2760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3FED5C1-2B6E-B15D-CCF4-377D7D97F131}"/>
              </a:ext>
            </a:extLst>
          </p:cNvPr>
          <p:cNvSpPr/>
          <p:nvPr/>
        </p:nvSpPr>
        <p:spPr>
          <a:xfrm>
            <a:off x="4869700" y="2005641"/>
            <a:ext cx="669977" cy="27604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2BEA8F-18E0-8298-B745-5CA102164E44}"/>
              </a:ext>
            </a:extLst>
          </p:cNvPr>
          <p:cNvCxnSpPr>
            <a:stCxn id="8" idx="2"/>
          </p:cNvCxnSpPr>
          <p:nvPr/>
        </p:nvCxnSpPr>
        <p:spPr>
          <a:xfrm flipH="1">
            <a:off x="6753040" y="2324820"/>
            <a:ext cx="2" cy="332117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976650-D4FC-9B7B-384C-0936009D5B7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753041" y="3039375"/>
            <a:ext cx="0" cy="352245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F28F6B-697D-C330-760F-D3DBCF3BCF35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6744419" y="3753930"/>
            <a:ext cx="8622" cy="352245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3B4E57B-3A4C-D031-2DED-92C54962CFF7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851476" y="4287330"/>
            <a:ext cx="1469373" cy="0"/>
          </a:xfrm>
          <a:prstGeom prst="straightConnector1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5096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Lamb, Tripp</dc:creator>
  <cp:lastModifiedBy>Lamb, Tripp</cp:lastModifiedBy>
  <cp:revision>2</cp:revision>
  <dcterms:created xsi:type="dcterms:W3CDTF">2025-11-26T22:52:45Z</dcterms:created>
  <dcterms:modified xsi:type="dcterms:W3CDTF">2025-11-26T22:56:24Z</dcterms:modified>
</cp:coreProperties>
</file>